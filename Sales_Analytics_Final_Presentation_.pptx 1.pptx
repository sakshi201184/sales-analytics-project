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003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62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37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21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28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127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856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228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52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033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23391" y="1918244"/>
            <a:ext cx="5945218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F2D4B"/>
                </a:solidFill>
              </a:defRPr>
            </a:pPr>
            <a:r>
              <a:rPr dirty="0"/>
              <a:t>Sales Analytics Dashboard</a:t>
            </a:r>
            <a:r>
              <a:rPr lang="en-US" dirty="0"/>
              <a:t> </a:t>
            </a:r>
          </a:p>
          <a:p>
            <a:pPr algn="ctr">
              <a:defRPr sz="4000" b="1">
                <a:solidFill>
                  <a:srgbClr val="1F2D4B"/>
                </a:solidFill>
              </a:defRPr>
            </a:pPr>
            <a:r>
              <a:rPr lang="en-US" dirty="0"/>
              <a:t>Using Python and Power BI</a:t>
            </a:r>
          </a:p>
          <a:p>
            <a:pPr algn="ctr">
              <a:defRPr sz="4000" b="1">
                <a:solidFill>
                  <a:srgbClr val="1F2D4B"/>
                </a:solidFill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909848" y="3913797"/>
            <a:ext cx="41004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69669"/>
                </a:solidFill>
              </a:defRPr>
            </a:pPr>
            <a:r>
              <a:rPr dirty="0"/>
              <a:t>Presented by: Sakshi Ingle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Analyze sales data to understand business performance.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Clean and prepare the dataset using Python and Pandas.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Perform Exploratory Data Analysis (EDA) to identify patterns and trends.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Create meaningful charts for sales, profit, quantity and regional performance.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Build an interactive Power BI dashboard for business decision-making.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Raw sales data contains useful information but is difficult to understand directly.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Business users need a simple way to compare regions, categories, products and months.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The project converts raw data into visual insights and an interactive dashboard.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The final result helps identify high-performing and low-performing areas.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3. 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Dataset type: Real-world style sales transaction dataset.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Records: 502 rows and 12 columns.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Main fields: Order_ID, Order_Date, Customer_ID, Product, Category, Region, State.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Measures: Quantity, Sales, Profit.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Other fields: Payment_Mode and Customer_Type.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 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Python – data analysis and preprocessing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Pandas &amp; NumPy – data cleaning and numerical analysis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Matplotlib – data visualization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Jupyter Notebook – analysis workflow and documentation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Power BI – interactive dashboard and KPIs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CSV / Excel – dataset storage and handling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Git &amp; GitHub – project version control and submission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5. Data Cleaning &amp;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Inspected the dataset using head(), info() and descriptive statistics.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Checked column names, data types and missing values.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Handled missing categorical values appropriately.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Checked and removed duplicate records.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Reviewed incorrect or inconsistent values.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Prepared clean data for EDA, visualization and Power BI.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6. Exploratory Data Analysis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Calculated descriptive statistics for Sales, Profit and Quantity.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Compared sales performance across regions and categories.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Analyzed monthly sales trends.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Compared product demand using quantity sold.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Reviewed relationships between important numerical variables.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Checked patterns, trends and possible outliers.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7. Data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Sales by Region – compares total sales across regions.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Monthly Sales Trend – shows changes in sales over different months.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Profit by Category – compares profitability of product categories.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Sales by Category – identifies categories with higher sales.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Quantity Sold by Product – identifies high and low-demand products.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8.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Dashboard title: Sales Analytics Dashboard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KPI Cards: Total Sales, Total Profit, Total Orders and Total Quantity.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Charts: Sales by Region, Monthly Sales, Profit by Category, Sales by Category and Quantity by Product.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Slicers: Year, Region, Category, Payment Mode and Customer Type.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Interactive filters make it easy to explore the sales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9. 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Sales performance differs across regions.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Monthly sales show variation, helping identify stronger and weaker periods.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Different categories contribute differently to total sales and profit.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Product demand varies, with some products selling more units than others.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Comparing sales and profit helps identify areas that generate better business value.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The dashboard provides a quick overall view of business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10. 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Focus marketing and sales efforts on high-performing regions and categories.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Use promotions or targeted offers to improve low-performing products or regions.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Maintain sufficient inventory for high-demand products.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Use monthly sales trends for inventory and business planning.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Monitor profit along with sales so decisions are based on profitability, not only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11.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The project successfully converts raw sales data into useful business insights.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Python was used for data cleaning, analysis and visualization.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Power BI was used to create an interactive dashboard with KPIs, charts and slicers.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The project demonstrates an end-to-end Data Analytics workflow.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The analysis can support better sales, inventory and business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12. Project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GitHub repository contains the complete project files.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Included: README, Jupyter Notebook, CSV dataset, visualizations, Power BI file and report.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Git was used to maintain meaningful project commits and version history.</a:t>
            </a:r>
          </a:p>
          <a:p>
            <a:pPr>
              <a:spcAft>
                <a:spcPts val="1200"/>
              </a:spcAft>
              <a:defRPr sz="2100" b="0">
                <a:solidFill>
                  <a:srgbClr val="2D2D2D"/>
                </a:solidFill>
              </a:defRPr>
            </a:pPr>
            <a:r>
              <a:t>Repository: github.com/sakshi201184/Sales-Analytics-Dashboard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F2D4B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</TotalTime>
  <Words>744</Words>
  <Application>Microsoft Office PowerPoint</Application>
  <PresentationFormat>Widescreen</PresentationFormat>
  <Paragraphs>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Shree</dc:creator>
  <cp:keywords/>
  <dc:description>generated using python-pptx</dc:description>
  <cp:lastModifiedBy>Shree</cp:lastModifiedBy>
  <cp:revision>2</cp:revision>
  <dcterms:created xsi:type="dcterms:W3CDTF">2013-01-27T09:14:16Z</dcterms:created>
  <dcterms:modified xsi:type="dcterms:W3CDTF">2026-09-10T08:21:25Z</dcterms:modified>
  <cp:category/>
</cp:coreProperties>
</file>